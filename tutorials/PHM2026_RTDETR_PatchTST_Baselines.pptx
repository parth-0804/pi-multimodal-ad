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7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8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area (px²)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Prediction</c:v>
                  </c:pt>
                  <c:pt idx="1">
                    <c:v>Pseudo-box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5007</c:v>
                </c:pt>
                <c:pt idx="1">
                  <c:v>676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Median box area (px²)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by pseudo-box size tercile</c:v>
                </c:pt>
              </c:strCache>
            </c:strRef>
          </c:tx>
          <c:spPr>
            <a:solidFill>
              <a:srgbClr val="2E8B7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
(~253px²)</c:v>
                  </c:pt>
                  <c:pt idx="1">
                    <c:v>Medium
(~676px²)</c:v>
                  </c:pt>
                  <c:pt idx="2">
                    <c:v>Large
(~3,108px²)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Recall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Train
(EXP-B)</c:v>
                  </c:pt>
                  <c:pt idx="1">
                    <c:v>Val
(EXP-A)</c:v>
                  </c:pt>
                  <c:pt idx="2">
                    <c:v>Test
(EXP-F)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23.29</c:v>
                </c:pt>
                <c:pt idx="1">
                  <c:v>31.92</c:v>
                </c:pt>
                <c:pt idx="2">
                  <c:v>44.12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count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px²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Train
(EXP-B)</c:v>
                  </c:pt>
                  <c:pt idx="1">
                    <c:v>Val
(EXP-A)</c:v>
                  </c:pt>
                  <c:pt idx="2">
                    <c:v>Test
(EXP-F)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968</c:v>
                </c:pt>
                <c:pt idx="1">
                  <c:v>912</c:v>
                </c:pt>
                <c:pt idx="2">
                  <c:v>676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px²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Train
(EXP-B)</c:v>
                  </c:pt>
                  <c:pt idx="1">
                    <c:v>Val
(EXP-A)</c:v>
                  </c:pt>
                  <c:pt idx="2">
                    <c:v>Test
(EXP-F)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37.5</c:v>
                </c:pt>
                <c:pt idx="1">
                  <c:v>38.1</c:v>
                </c:pt>
                <c:pt idx="2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(pp)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E8C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Training
Mean</c:v>
                  </c:pt>
                  <c:pt idx="1">
                    <c:v>Training
Median</c:v>
                  </c:pt>
                  <c:pt idx="2">
                    <c:v>Existing LF-only
PatchTST</c:v>
                  </c:pt>
                  <c:pt idx="3">
                    <c:v>This HF/Spectral
PatchTST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0.6797</c:v>
                </c:pt>
                <c:pt idx="1">
                  <c:v>0.6797</c:v>
                </c:pt>
                <c:pt idx="2">
                  <c:v>1.011</c:v>
                </c:pt>
                <c:pt idx="3">
                  <c:v>1.2203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7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3644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430"/>
        </a:solidFill>
        <a:ln>
          <a:noFill/>
        </a:ln>
        <a:effectLst/>
      </c:spPr>
    </c:plotArea>
    <c:plotVisOnly val="1"/>
    <c:dispBlanksAs val="span"/>
  </c:chart>
  <c:spPr>
    <a:solidFill>
      <a:srgbClr val="1B243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True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Run 1</c:v>
                  </c:pt>
                  <c:pt idx="1">
                    <c:v>Run 2</c:v>
                  </c:pt>
                  <c:pt idx="2">
                    <c:v>Run 3</c:v>
                  </c:pt>
                  <c:pt idx="3">
                    <c:v>Run 4</c:v>
                  </c:pt>
                  <c:pt idx="4">
                    <c:v>Run 5</c:v>
                  </c:pt>
                  <c:pt idx="5">
                    <c:v>Run 6</c:v>
                  </c:pt>
                  <c:pt idx="6">
                    <c:v>Run 7</c:v>
                  </c:pt>
                  <c:pt idx="7">
                    <c:v>Run 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3.917</c:v>
                </c:pt>
                <c:pt idx="1">
                  <c:v>4.698</c:v>
                </c:pt>
                <c:pt idx="2">
                  <c:v>3.833</c:v>
                </c:pt>
                <c:pt idx="3">
                  <c:v>4.245</c:v>
                </c:pt>
                <c:pt idx="4">
                  <c:v>6.175</c:v>
                </c:pt>
                <c:pt idx="5">
                  <c:v>5.493</c:v>
                </c:pt>
                <c:pt idx="6">
                  <c:v>5.232</c:v>
                </c:pt>
                <c:pt idx="7">
                  <c:v>5.229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Run 1</c:v>
                  </c:pt>
                  <c:pt idx="1">
                    <c:v>Run 2</c:v>
                  </c:pt>
                  <c:pt idx="2">
                    <c:v>Run 3</c:v>
                  </c:pt>
                  <c:pt idx="3">
                    <c:v>Run 4</c:v>
                  </c:pt>
                  <c:pt idx="4">
                    <c:v>Run 5</c:v>
                  </c:pt>
                  <c:pt idx="5">
                    <c:v>Run 6</c:v>
                  </c:pt>
                  <c:pt idx="6">
                    <c:v>Run 7</c:v>
                  </c:pt>
                  <c:pt idx="7">
                    <c:v>Run 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5.017</c:v>
                </c:pt>
                <c:pt idx="1">
                  <c:v>3.666</c:v>
                </c:pt>
                <c:pt idx="2">
                  <c:v>4.466</c:v>
                </c:pt>
                <c:pt idx="3">
                  <c:v>1.843</c:v>
                </c:pt>
                <c:pt idx="4">
                  <c:v>4.341</c:v>
                </c:pt>
                <c:pt idx="5">
                  <c:v>4.247</c:v>
                </c:pt>
                <c:pt idx="6">
                  <c:v>6.344</c:v>
                </c:pt>
                <c:pt idx="7">
                  <c:v>4.827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raw_top3_mean_pct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(pp)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broadband_stats_only (8 feat)</c:v>
                  </c:pt>
                  <c:pt idx="1">
                    <c:v>low_bands 20–297 Hz (30 feat)</c:v>
                  </c:pt>
                  <c:pt idx="2">
                    <c:v>bands_only (66 feat)</c:v>
                  </c:pt>
                  <c:pt idx="3">
                    <c:v>mid_bands 297–4,408 Hz (30 feat)</c:v>
                  </c:pt>
                  <c:pt idx="4">
                    <c:v>accel1 only (36 feat)</c:v>
                  </c:pt>
                  <c:pt idx="5">
                    <c:v>accel2 only (36 feat)</c:v>
                  </c:pt>
                  <c:pt idx="6">
                    <c:v>high_bands 4,408–51,200 Hz (28 feat)</c:v>
                  </c:pt>
                  <c:pt idx="7">
                    <c:v>all 72 features (shipped)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0.73</c:v>
                </c:pt>
                <c:pt idx="1">
                  <c:v>0.737</c:v>
                </c:pt>
                <c:pt idx="2">
                  <c:v>0.763</c:v>
                </c:pt>
                <c:pt idx="3">
                  <c:v>0.768</c:v>
                </c:pt>
                <c:pt idx="4">
                  <c:v>0.779</c:v>
                </c:pt>
                <c:pt idx="5">
                  <c:v>0.815</c:v>
                </c:pt>
                <c:pt idx="6">
                  <c:v>0.997</c:v>
                </c:pt>
                <c:pt idx="7">
                  <c:v>1.22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8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MAE (pp) — lower is better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PHM 2026 GEAR-TOOTH DEGRADATION — PROVISIONAL BASELINES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Two Honest Negative Results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image damage detector  &amp;  from-scratch PatchTST vibration regressor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performance, root-cause analysis, and what's inside the model blackbox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targets are the provisional phm2026_image_damage_v2 pseudo-label — not organizer ground truth, not expert-reviewed.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Pipelines, One Shared Ground Rule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475488" cy="47548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RT-DETR — Image Detector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around candidate damage on post-run tooth photos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mAP@0.50 = 0.0000831 on held-out EXP-F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localizes damage, but regresses boxes ~7.4x too large — a scale problem, not a perception problem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169164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2057400"/>
            <a:ext cx="475488" cy="47548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66560" y="2057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PatchTST — Vibration Regressor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0" y="274320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scalar damage estimate from raw 102.4 kHz vibration spectra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1.220 pp on held-out EXP-F (N=8 runs)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a constant baseline and worse than the simpler LF-only model — 72 features overfit on 7 training runs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54864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ground rule: both reuse the same pinned T2.2 split (EXP-B train / EXP-A validation / EXP-F test, zero leakage) and the same provisional pseudo-label target — no split or label was invented for this analysis.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7452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274320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RT-DETR: Finding Damage in Photos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74520" y="39776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genuine, fine-tuned Ultralytics RT-DETR-L detector — backbone, hybrid encoder, and decoder all trained — evaluated once on held-out EXP-F.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THE TARGET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Organizer Damage Box — So What Are We Actually Scoring?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PHM 2026 challenge archives ship no organizer damage boxes at all.
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used here — for training and for scoring — is the provisional target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phm2026_image_damage_v2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deterministic heuristic mask built from CLAHE contrast normalization, background subtraction, a robust z-score threshold, and morphology — every parameter pinned in configs/experiments/phm2026_image_target.yaml, not invented for this analysis.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AF4E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0" y="20391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detector's raw guesses do or don't overlap with the heuristic's candidate regions.”  —  “This is engineering evidence the pipeline runs end-to-end.”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BEAE7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36393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model correctly found spall damage.”  —  “This measures physical damage accuracy.”  —  “This pseudo-box standard is validated ground truth.”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T2_TARGET_FORMULATION_DECISION.md: a value becomes trustworthy only after a human reviews ROI acceptability, mask acceptability, and corrected values. That review has not happened yet.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DATA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Raw Photo Becomes a Training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5" name="Image 0" descr="/home/user/pi-multimodal-ad/tutorials/rtdetr_storybook/example_run/step0_preprocess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719072"/>
            <a:ext cx="10735056" cy="2368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38912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4553712"/>
            <a:ext cx="384048" cy="38404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502920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+ Normalize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5504688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 fixed “visible flank” ROI — the same normalized box on every photo — then even out brightness with CLAHE, so a dark tooth and a bright tooth are judged on the same scale.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61688" y="438912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4553712"/>
            <a:ext cx="384048" cy="38404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26280" y="502920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 the Residual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26280" y="5504688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a smooth Gaussian-blur background estimate, convert to a robust z-score (median + MAD, so outlier pixels can't skew it), and threshold.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74736" y="438912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39328" y="4553712"/>
            <a:ext cx="384048" cy="38404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8" name="Text 15"/>
          <p:cNvSpPr/>
          <p:nvPr/>
        </p:nvSpPr>
        <p:spPr>
          <a:xfrm>
            <a:off x="8339328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39328" y="502920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+ Box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39328" y="5504688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open/close cleans the mask; only wide, flat (“horizontal”) blobs are kept — real spall reads as a streak, not a dot — and boxed as damage_candidate.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INSIDE THE BLACKBOX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Eyes → Brain → Finder: What the Network Actually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5" name="Image 0" descr="/home/user/pi-multimodal-ad/tutorials/rtdetr_storybook/example_run/step1_ey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764792"/>
            <a:ext cx="3209544" cy="29169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52544" y="160020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7" name="Image 1" descr="/home/user/pi-multimodal-ad/tutorials/rtdetr_storybook/example_run/step2_bra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17136" y="1764792"/>
            <a:ext cx="3209544" cy="29169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56448" y="160020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9" name="Image 2" descr="/home/user/pi-multimodal-ad/tutorials/rtdetr_storybook/example_run/step4_final_draw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1040" y="1764792"/>
            <a:ext cx="3209544" cy="29169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495604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Eyes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48640" y="5230368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activation energy — edges, colors, texture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352544" y="495604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Brain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352544" y="5230368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AIFI encoder — lets far-apart patches “talk” before pooling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8156448" y="495604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56448" y="5230368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queries → final boxes: green = pseudo-label target, red = model guess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Model, Split, and Provenance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one-class Ultralytics RT-DETR-L — COCO-pretrained backbone, fine-tuned. Backbone, multiscale/hybrid encoder, transformer decoder/object queries, classification head, and box head all trained. Class: damage_candidate.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EXP-B — 448 images (T2.2-pinned split, reused unmodified, zero leakage)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EXP-A — 323 images, used only to select the confidence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EXP-F — 224 images, evaluated once, fully held 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Reused as-is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canonical run runs/phm2026_rtdetr_detection/...7f1e13af/ (already deterministic-seeded and complete) — no retraining; effort spent on explaining why it scored as it did.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HEADLINE SCORE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Genuine, Complete Negative Result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EXP-F test set — N=224 images, 9,883 pseudo-boxes, confidence threshold 0.60 (selected on EXP-A validation), evaluated once.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0" y="3246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680960" y="3246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3977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0.0000831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33172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3977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0.0000159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364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mAP@0.50:0.95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A3646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a genuine, complete negative result, and it is not dressed up here.” — a detector trained on this pipeline's pseudo-boxes does not produce usable detections at any officially-tested operating point.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WHY IT SCORED THAT WAY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70432" y="777240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Threshold Never Had a Chance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078992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tested confidence candidate sits far above the model's real output range.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7360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8" name="Image 0" descr="/home/user/pi-multimodal-ad/tutorials/final_baseline_rtdetr/analysis/01_threshold_and_geometry/geometry_and_pr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764792"/>
            <a:ext cx="7031736" cy="3831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92440" y="16002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21040" y="18288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0.01–0.60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21040" y="21305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 tested on EXP-A validation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21040" y="26243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0.00124–0.00150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2104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actual observed confidence range on EXP-F — ~400x below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321040" y="34198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 / 67,055 / 9,738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21040" y="37216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FP / FN at the loosest possible threshold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321040" y="42153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1.47% / 0.216%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21040" y="45171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recall / precision once un-thresholded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321040" y="50109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0.579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21040" y="53126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IoU of the boxes that DO match — a real overlap, not noise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WHY IT SCORED THAT WAY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70432" y="777240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Boxes Are 7.4× Too Big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078992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dominant, quantified cause of the residual failure — confirmed by size-tercile recall.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91640"/>
          <a:ext cx="53492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172200" y="1691640"/>
          <a:ext cx="54406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one of the 145 true positives found anywhere in the unthresholded set came from the largest third of pseudo-boxes. A perfectly-placed median prediction containing a median pseudo-box could reach at most IoU 0.135 — short of the 0.5 threshold used everywhere.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WHY IT SCORED THAT WAY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70432" y="777240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Carries Almost No Signal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078992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classification head never learned to separate correct guesses from wrong ones.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8" name="Image 0" descr="/home/user/pi-multimodal-ad/tutorials/final_baseline_rtdetr/analysis/02_calibration_and_slicing/calibration_by_dec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764792"/>
            <a:ext cx="6620256" cy="3831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26680" y="1600200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26680" y="19202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0.021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726680" y="26517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correlation, confidence vs. correctness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67,200 EXP-F predictions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352044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confidence deciles do show ~2–3x the match rate of the bottom — not literally random — but the entire usable range spans only 0.00124–0.00150: far too narrow to threshold on in practice.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canonical training run lasted 234 total seconds, early-stopped at fine-tune epoch 1 of 4 — not enough time for the classification head to separate its outputs.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WHY IT SCORED THAT WAY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70432" y="777240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Looking in the Right Place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078992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activations localize the damage streak whether or not a box ever lands there.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8" name="Image 0" descr="/home/user/pi-multimodal-ad/tutorials/final_baseline_rtdetr/analysis/04_activation_hooks/true_positive_present_image_sample_02a_activ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773936"/>
            <a:ext cx="10808208" cy="1618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502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True-positive example — a match was recorded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88620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11" name="Image 1" descr="/home/user/pi-multimodal-ad/tutorials/final_baseline_rtdetr/analysis/04_activation_hooks/false_negative_only_image_sample_000_activ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" y="4014216"/>
            <a:ext cx="10808208" cy="1618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742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False-negative example — no match, but the Eyes still find the streak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WHY IT SCORED THAT WAY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70432" y="777240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 Looks Different on Three Axes at Once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078992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EXP-F compounds the scale mismatch rather than existing independently of it.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3611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394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boxes / image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251960" y="1783080"/>
          <a:ext cx="3611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251960" y="5394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box area (px²)</a:t>
            </a:r>
            <a:endParaRPr lang="en-US" sz="120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8046720" y="1783080"/>
          <a:ext cx="3611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8046720" y="5394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canonical_tooth (wide) view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QUALITATIVE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vs. Missed: What the Cases Look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5" name="Image 0" descr="/home/user/pi-multimodal-ad/tutorials/final_baseline_rtdetr/analysis/03_error_taxonomy/true_positive_present_image_sample_9a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2039112"/>
            <a:ext cx="5065776" cy="3328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8745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7" name="Image 1" descr="/home/user/pi-multimodal-ad/tutorials/final_baseline_rtdetr/analysis/03_error_taxonomy/false_negative_only_image_sample_000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2512" y="2039112"/>
            <a:ext cx="5065776" cy="33284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77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pseudo-boxes, 4 matches — real, but rare and partial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217920" y="5577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pseudo-boxes, zero matches at any threshold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105/224 (46.9%) EXP-F images have at least one match — the small signal is spread thin, consistent with a systematic scale problem, not a handful of anomalous images.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·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Evidence-Backed Changes — Not a Generic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1664208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Redefine pseudo-boxes at coarser granularity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965960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Finding 2: recall is monotonically tied to box size. Merge adjacent components before boxing.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2560320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substantially longer before judging architecture fit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862072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Finding 3: 234 seconds, early-stopped at epoch 1 — undertraining, not an RT-DETR ceiling.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3456432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Re-select confidence thresholds from the model's real output range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758184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Finding 1: a fixed 0.01–0.60 list will silently reproduce a TP=0 artifact again.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4352544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 validation toward EXP-F's view-role composition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4654296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Finding 5: EXP-A validation (62% close-up) doesn't resemble EXP-F test (100% wide) at all.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0432" y="5248656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tighten IoU@0.5 before fixing scale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5550408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Finding 2's area bound: max achievable IoU ≈ 0.135 for typical-sized boxes today.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7452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274320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PatchTST: Listening to Vibration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74520" y="39776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from-scratch PatchTST — patching, channel-independent Transformer encoder, regression head — trained on raw 102.4 kHz spectral features the earlier LF baseline never touched.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· THE TASK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LF Baseline Left a Known Gap — This Tests It Directly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initial LF representation omits raw vibration spectral information and does not prove sensors lack damage information.</a:t>
            </a:r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P4_PATCHTST_BASELINE_CHECKPOINT.md, on the existing LF-only baseline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tutorial tests that gap directly — from scratch, no repo imports — on the raw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102,400 Hz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Accel 1 / Accel 2 waveforms the LF baseline never touched. The only reuse is the pinned T2.2 split and the pinned run-level targets, both read as data — not code.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· DATA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Raw Vibration Waveform Becomes 72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56232"/>
            <a:ext cx="384048" cy="38404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waveform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807208"/>
            <a:ext cx="2340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HDF5 member per minute — Accel 1 &amp; Accel 2 at 102,400 Hz. Read one member at a time, never bulk-loaded.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2424" y="169164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57016" y="1856232"/>
            <a:ext cx="384048" cy="38404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57016" y="23317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 PSD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57016" y="2807208"/>
            <a:ext cx="2340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spectral density per channel: nperseg=8192, 50% overlap, Hann window, detrended.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6208" y="169164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856232"/>
            <a:ext cx="384048" cy="38404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log bands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807208"/>
            <a:ext cx="2340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Log-spaced 20 Hz → 51,200 Hz, log1p-compressed energy per band, per channel.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9992" y="169164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44584" y="1856232"/>
            <a:ext cx="384048" cy="38404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1" name="Text 19"/>
          <p:cNvSpPr/>
          <p:nvPr/>
        </p:nvSpPr>
        <p:spPr>
          <a:xfrm>
            <a:off x="9244584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44584" y="23317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broadband stats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44584" y="2807208"/>
            <a:ext cx="2340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RMS, crest factor, spectral centroid per channel, + 2 missingness flags → 72 features total.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actually processed: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7,124 HDF5 members across 20 runs, 117.5 minutes, one member in memory at a time, disk stable at 74.3 GB free throughout — gtc-data-experiment/ was never written to.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7,123 minute-rows × 72 features (8.2 MB total) feeding a per-run sequence into PatchTST.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· INSIDE THE BLACKBOX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From-Scratch, Channel-Independent PatchTST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22860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2807208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72ch × T minutes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2779776"/>
            <a:ext cx="274320" cy="292608"/>
          </a:xfrm>
          <a:prstGeom prst="chevron">
            <a:avLst/>
          </a:prstGeom>
          <a:solidFill>
            <a:srgbClr val="D8DEE4"/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214884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22860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96312" y="2807208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 16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2779776"/>
            <a:ext cx="274320" cy="292608"/>
          </a:xfrm>
          <a:prstGeom prst="chevron">
            <a:avLst/>
          </a:prstGeom>
          <a:solidFill>
            <a:srgbClr val="D8DEE4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14884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70832" y="22860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Embed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70832" y="2807208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d_model=32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position embed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2779776"/>
            <a:ext cx="274320" cy="292608"/>
          </a:xfrm>
          <a:prstGeom prst="chevron">
            <a:avLst/>
          </a:prstGeom>
          <a:solidFill>
            <a:srgbClr val="D8DEE4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214884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EAF1F8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45352" y="22860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45352" y="2807208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layers · 4 heads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ff=64 (per-channel)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0" y="2779776"/>
            <a:ext cx="274320" cy="292608"/>
          </a:xfrm>
          <a:prstGeom prst="chevron">
            <a:avLst/>
          </a:prstGeom>
          <a:solidFill>
            <a:srgbClr val="D8DEE4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214884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19872" y="22860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19872" y="2807208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time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mean over channels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46920" y="2779776"/>
            <a:ext cx="274320" cy="292608"/>
          </a:xfrm>
          <a:prstGeom prst="chevron">
            <a:avLst/>
          </a:prstGeom>
          <a:solidFill>
            <a:srgbClr val="D8DEE4"/>
          </a:solidFill>
          <a:ln/>
        </p:spPr>
      </p:sp>
      <p:sp>
        <p:nvSpPr>
          <p:cNvPr id="24" name="Shape 22"/>
          <p:cNvSpPr/>
          <p:nvPr/>
        </p:nvSpPr>
        <p:spPr>
          <a:xfrm>
            <a:off x="9921240" y="214884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94392" y="22860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Head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994392" y="2807208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1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output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3434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23,905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48640" y="50292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 — unit-tested on synthetic data before real training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4160520"/>
            <a:ext cx="5532120" cy="1554480"/>
          </a:xfrm>
          <a:prstGeom prst="roundRect">
            <a:avLst>
              <a:gd name="adj" fmla="val 4706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416052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independence is the architecture's defining idea: every one of the 72 features is patched and encoded on its own through one shared Transformer, then pooled — no cross-channel mixing until the final head.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· HEADLINE SCORE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Worse Than Both Baselines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on held-out EXP-F, N=8 runs, single evaluation pass — pp = percentage points of the phm2026_image_damage_v2 target.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280160" y="2057400"/>
          <a:ext cx="9601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95% bootstrap CI (2,000 resamples, N=8): [0.846, 1.640]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· PER-RUN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vs. True Damage, Run by Run on EXP-F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EAE7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4 is the clear outlier: predicted 1.843 against a true 4.245 — abs. error 2.402, more than double the next-worst run. Worth a targeted look at that run's raw data before treating it as generic noise.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· WHY IT SCORED THAT WAY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Model Is the Worst Variant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5852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reduced-dimensionality variant beats the full model — none beats the 0.6797 constant baseline either. 72 continuous features fit from only 7 training runs overfits before it can be judged on its merits.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· RESIDUAL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Error Comes From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pic>
        <p:nvPicPr>
          <p:cNvPr id="5" name="Image 0" descr="/home/user/pi-multimodal-ad/tutorials/patchtst_freq_baseline/analysis/residuals_output/residual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764792"/>
            <a:ext cx="10735056" cy="2505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70916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4846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0.524 → 0.776 → 1.220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8640" y="53492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rises: validation → train → test (a symptom, not a good sign)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60520" y="470916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60520" y="4846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−0.105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160520" y="53492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run-order vs. signed error, N=8 — no progressive-wear pattern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0" y="470916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ED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0" y="4846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0.136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772400" y="53492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damage vs. abs. error, N=8 — not simply failing on high-damage runs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· AN UNPLANNED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Data-Quality Bug, Found Along the Way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372 / 372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identical, all 72 features, EXP-A Run-1 vs Run-2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190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0" y="2697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run-pair comparison overlaps not at all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515600" cy="2148840"/>
          </a:xfrm>
          <a:prstGeom prst="roundRect">
            <a:avLst>
              <a:gd name="adj" fmla="val 3404"/>
            </a:avLst>
          </a:prstGeom>
          <a:solidFill>
            <a:srgbClr val="2A3646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429000"/>
            <a:ext cx="9966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EXP-A Run-1 and Run-2's entire HF archives are exact duplicates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149 “Run1” + 223 “Run2” member filenames, same order, same spectral content.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sharpens a concern PROJECT_STATE.md already carried as unverified: “EXP-A Run 2 stays in scope with its reported, unverified 311-file overlap warning.” The real extent, confirmed directly against spectral content, is larger — a complete, exact duplication.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no train/test leakage (duplication is entirely inside validation) — but validation effectively provides 4 independent run-level observations, not 5, which plausibly widened the early-stopping/generalization gap seen on slide 23.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·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Evidence-Backed Changes — Not a Generic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1664208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feature dimensionality before judging HF content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965960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reduced variant beat the full 72-feature model. Try PCA/factor-reduction fit on train only.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2560320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the 4,408–51,200 Hz band with real suspicion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862072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worst individual variant (Spearman −0.357) — check for acquisition-chain noise, not signal.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3456432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use EXP-A Run-2 as independent validation evidence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758184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confirmed exact duplicate of Run-1 — downweight it in validation-signal computations specifically.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4352544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EXP-F Run-4 directly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4654296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 residual outlier (abs. error 2.40) — check for unusual operating conditions or a sensor issue.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0432" y="5248656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larger N is the highest-leverage fix available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5550408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N=7/5/8 gives almost no statistical power — nothing here substitutes for more runs.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Honest Negatives Beat One Unexplained Zero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4617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RT-DETR (image)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PatchTST (vibration)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mAP@0.50 = 0.0000831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= 1.220 pp (worse than constant)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Box-regression scale (~7.4× too large) + undertrained confidence 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Feature-dimensionality overfit (72 features, 7 training runs)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Localization?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— backbone activations track the real damage streak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regression, not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 differs on box density, size, AND view protocol simultaneously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EXP-A Run-1 ≡ Run-2, an exact archive duplication (confirmed, not just filename overlap)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44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8871E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54406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results are fully explained with evidence, not left as unexplained zeros — and both point to the same next requirement: human review of the provisional pseudo-label before either result can mean anything physically.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phm2026_image_damage_v2 pseudo-label — not organizer ground truth, not expert-reviewed.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2026-08-21T12:05:56Z</dcterms:created>
  <dcterms:modified xsi:type="dcterms:W3CDTF">2026-08-21T12:05:56Z</dcterms:modified>
</cp:coreProperties>
</file>