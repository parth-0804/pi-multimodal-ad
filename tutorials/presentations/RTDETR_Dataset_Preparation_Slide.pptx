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RT-DETR · DATASET PREPARATION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an Unlabeled Photo Becomes RT-DETR Training Data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1115568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430">
                <a:alpha val="18000"/>
              </a:srgbClr>
            </a:outerShdw>
          </a:effectLst>
        </p:spPr>
      </p:sp>
      <p:pic>
        <p:nvPicPr>
          <p:cNvPr id="5" name="Image 0" descr="/home/user/pi-multimodal-ad/tutorials/rtdetr_storybook/example_run/step0_preprocessin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1517904"/>
            <a:ext cx="10789920" cy="199339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3886200"/>
            <a:ext cx="2139696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430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30936" y="4014216"/>
            <a:ext cx="347472" cy="347472"/>
          </a:xfrm>
          <a:prstGeom prst="ellipse">
            <a:avLst/>
          </a:prstGeom>
          <a:solidFill>
            <a:srgbClr val="3A6EA5"/>
          </a:solidFill>
          <a:ln/>
        </p:spPr>
      </p:sp>
      <p:sp>
        <p:nvSpPr>
          <p:cNvPr id="8" name="Text 5"/>
          <p:cNvSpPr/>
          <p:nvPr/>
        </p:nvSpPr>
        <p:spPr>
          <a:xfrm>
            <a:off x="630936" y="40142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30936" y="4434840"/>
            <a:ext cx="1883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Raw photo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30936" y="4782312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label of any kind ships with it.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2761488" y="3886200"/>
            <a:ext cx="2139696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43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889504" y="4014216"/>
            <a:ext cx="347472" cy="347472"/>
          </a:xfrm>
          <a:prstGeom prst="ellipse">
            <a:avLst/>
          </a:prstGeom>
          <a:solidFill>
            <a:srgbClr val="3A6EA5"/>
          </a:solidFill>
          <a:ln/>
        </p:spPr>
      </p:sp>
      <p:sp>
        <p:nvSpPr>
          <p:cNvPr id="13" name="Text 10"/>
          <p:cNvSpPr/>
          <p:nvPr/>
        </p:nvSpPr>
        <p:spPr>
          <a:xfrm>
            <a:off x="2889504" y="40142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2889504" y="4434840"/>
            <a:ext cx="1883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Crop + normalize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2889504" y="4782312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visible-flank ROI, CLAHE contrast.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5020056" y="3886200"/>
            <a:ext cx="2139696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430">
                <a:alpha val="1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148072" y="4014216"/>
            <a:ext cx="347472" cy="347472"/>
          </a:xfrm>
          <a:prstGeom prst="ellipse">
            <a:avLst/>
          </a:prstGeom>
          <a:solidFill>
            <a:srgbClr val="3A6EA5"/>
          </a:solidFill>
          <a:ln/>
        </p:spPr>
      </p:sp>
      <p:sp>
        <p:nvSpPr>
          <p:cNvPr id="18" name="Text 15"/>
          <p:cNvSpPr/>
          <p:nvPr/>
        </p:nvSpPr>
        <p:spPr>
          <a:xfrm>
            <a:off x="5148072" y="40142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5148072" y="4434840"/>
            <a:ext cx="1883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Isolate residual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5148072" y="4782312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Background-subtract → robust z-score → threshold.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7278624" y="3886200"/>
            <a:ext cx="2139696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430">
                <a:alpha val="1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7406640" y="4014216"/>
            <a:ext cx="347472" cy="347472"/>
          </a:xfrm>
          <a:prstGeom prst="ellipse">
            <a:avLst/>
          </a:prstGeom>
          <a:solidFill>
            <a:srgbClr val="3A6EA5"/>
          </a:solidFill>
          <a:ln/>
        </p:spPr>
      </p:sp>
      <p:sp>
        <p:nvSpPr>
          <p:cNvPr id="23" name="Text 20"/>
          <p:cNvSpPr/>
          <p:nvPr/>
        </p:nvSpPr>
        <p:spPr>
          <a:xfrm>
            <a:off x="7406640" y="40142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7406640" y="4434840"/>
            <a:ext cx="1883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 the mask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7406640" y="4782312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Morphology; keep only wide, flat (spall-like) blobs.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9537192" y="3886200"/>
            <a:ext cx="2139696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430">
                <a:alpha val="18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9665208" y="4014216"/>
            <a:ext cx="347472" cy="347472"/>
          </a:xfrm>
          <a:prstGeom prst="ellipse">
            <a:avLst/>
          </a:prstGeom>
          <a:solidFill>
            <a:srgbClr val="3A6EA5"/>
          </a:solidFill>
          <a:ln/>
        </p:spPr>
      </p:sp>
      <p:sp>
        <p:nvSpPr>
          <p:cNvPr id="28" name="Text 25"/>
          <p:cNvSpPr/>
          <p:nvPr/>
        </p:nvSpPr>
        <p:spPr>
          <a:xfrm>
            <a:off x="9665208" y="40142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9665208" y="4434840"/>
            <a:ext cx="1883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Box it</a:t>
            </a:r>
            <a:endParaRPr lang="en-US" sz="1250" dirty="0"/>
          </a:p>
        </p:txBody>
      </p:sp>
      <p:sp>
        <p:nvSpPr>
          <p:cNvPr id="30" name="Text 27"/>
          <p:cNvSpPr/>
          <p:nvPr/>
        </p:nvSpPr>
        <p:spPr>
          <a:xfrm>
            <a:off x="9665208" y="4782312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components → damage_candidate boxes.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502920" y="5532120"/>
            <a:ext cx="11155680" cy="960120"/>
          </a:xfrm>
          <a:prstGeom prst="roundRect">
            <a:avLst>
              <a:gd name="adj" fmla="val 7619"/>
            </a:avLst>
          </a:prstGeom>
          <a:solidFill>
            <a:srgbClr val="EDF1F5"/>
          </a:solidFill>
          <a:ln/>
          <a:effectLst>
            <a:outerShdw sx="100000" sy="100000" kx="0" ky="0" algn="bl" rotWithShape="0" blurRad="101600" dist="38100" dir="5400000">
              <a:srgbClr val="1B2430">
                <a:alpha val="18000"/>
              </a:srgbClr>
            </a:outerShdw>
          </a:effectLst>
        </p:spPr>
      </p:sp>
      <p:sp>
        <p:nvSpPr>
          <p:cNvPr id="32" name="Text 29"/>
          <p:cNvSpPr/>
          <p:nvPr/>
        </p:nvSpPr>
        <p:spPr>
          <a:xfrm>
            <a:off x="777240" y="5532120"/>
            <a:ext cx="10607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995 images, 30,628 real, versioned damage_candidate boxes — a genuine dataset RT-DETR trains and is scored on, exactly like any detection dataset.
</a:t>
            </a:r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B2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But: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box is this heuristic's guess, not organizer or expert-verified ground truth — 560 boxes are still sitting in a pending human-review queue, untouched.</a:t>
            </a:r>
            <a:endParaRPr lang="en-US" sz="1250" dirty="0"/>
          </a:p>
        </p:txBody>
      </p:sp>
      <p:sp>
        <p:nvSpPr>
          <p:cNvPr id="33" name="Text 30"/>
          <p:cNvSpPr/>
          <p:nvPr/>
        </p:nvSpPr>
        <p:spPr>
          <a:xfrm>
            <a:off x="502920" y="6519672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pi_multimodal_ad.targets.image_damage.measure_damage_candidate, configs/experiments/phm2026_image_target.yaml, docs/planning/R4_PSEUDO_BOX_CHECKPOINT.md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2026-08-31T13:34:02Z</dcterms:created>
  <dcterms:modified xsi:type="dcterms:W3CDTF">2026-08-31T13:34:02Z</dcterms:modified>
</cp:coreProperties>
</file>